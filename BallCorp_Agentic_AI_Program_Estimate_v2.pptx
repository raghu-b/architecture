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Corp — Enterprise Agentic AI Program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Agentic AI framework · IDE integrations (SAP, JDE, Databricks) · ERP knowledge base · Agentic workflows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model: </a:t>
            </a:r>
            <a:pPr indent="0" marL="0"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resources — 4 offshore ($40/hr) + 1 onsite ($150/hr) · blended $62/hr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Landscape: SAP · JDE · Databricks Lakehouse · FactoryTalk · Azure (AKS, APIM/Kong, AI Foundry)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scope views, one team of 5 (4 offshore + 1 onsite)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6276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— Phase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9568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$285k–384k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85800" y="2432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4,600–6,200 hrs · 6–8 months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724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MCP platform, IDE pilots, 5 KB modules, 4 read-only workflows; platform/security layers owned by Ball Corp teams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13898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ENVELOPE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37760" y="16276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— entire org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9568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$508k–735k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937760" y="2432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8,200–11,850 hrs · 10–14 months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37760" y="2724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ERP modules, 10 production workflows, org-wide IDE rollout; WS1 fixed at 1,500 hrs, WS4 at 2,000 hrs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 w="9525">
            <a:solidFill>
              <a:srgbClr val="3D5AA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767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funding ask (full-scope midpoint):  </a:t>
            </a:r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$620k  ·  10,000 hrs  ·  12 months  ·  5 resources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4133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lean tranche ($285k–384k) as the Phase-1 commitment; remainder gated by a 2–3 week Discovery producing the story-level backlog.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split: offshore ~8,000 hrs ≈ $320k  ·  onsite ~2,000 hrs ≈ $300k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&amp; delivery model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offshore @ $40/hr + 1 onsite @ $150/hr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1792" y="16093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$62/hr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583180" y="128016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10" name="Text 7"/>
          <p:cNvSpPr/>
          <p:nvPr/>
        </p:nvSpPr>
        <p:spPr>
          <a:xfrm>
            <a:off x="2747772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7772" y="16093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hrs/wk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13" name="Text 10"/>
          <p:cNvSpPr/>
          <p:nvPr/>
        </p:nvSpPr>
        <p:spPr>
          <a:xfrm>
            <a:off x="4873752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share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hrs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835140" y="128016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</p:sp>
      <p:sp>
        <p:nvSpPr>
          <p:cNvPr id="16" name="Text 13"/>
          <p:cNvSpPr/>
          <p:nvPr/>
        </p:nvSpPr>
        <p:spPr>
          <a:xfrm>
            <a:off x="6999732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share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999732" y="16093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cost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7200" y="2432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split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 lead / architect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&amp; decision gates (gateway, MCP ADRs), stakeholder &amp; SME workshops, security reviews, UAT interface — the SME/US-hours 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engineers (4)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builds, AKS/CI-CD infrastructure, KB curation pipelines, workflow development, IDE tooling &amp; extensions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rhythm risk: </a:t>
            </a:r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module curation and workflow UAT need Ball Corp SMEs in US hours. The onsite lead batches context handoffs to offshore daily; without this, $40/hr hours stall waiting on inputs. Full scope at a fixed 5 FTE runs ~10–14 months; each added offshore engineer (+$40/hr) buys back calendar if a shorter cap matters.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roll-up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cost at $62/hr blended — lean / full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60120"/>
                <a:gridCol w="1051560"/>
                <a:gridCol w="960120"/>
                <a:gridCol w="1051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$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$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WS1 — Agentic AI framework &amp; MCP platform (gateway, 6 MCP servers, AKS, security)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950–1,250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$59k–78k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WS2 — IDE integrations: SAP ABAP/BTP, JDE Orchestrator, Databricks + metadata grounding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900–1,400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1,400–2,600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$56k–87k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$87k–161k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WS3 — ERP knowledge base (5 modules lean / 14 modules full: 10 SAP + 4 JDE)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1,100–1,700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2,400–4,200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$68k–105k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$149k–260k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WS4 — Agentic workflows (4 read-only lean / 10 production full)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800–1,300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$50k–81k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overhead — PM, architecture governance, change mgmt (12–15%)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450–650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900–1,550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$28k–40k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$56k–96k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4,600–6,200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8,200–11,850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$285k–384k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$508k–735k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assumes platform/security layers owned by Ball Corp teams and no contingency; full is program-owned with 10–15% contingency. WS1 MCP metadata servers are reused by WS2 — that synergy is already netted out.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WS1 — Agentic AI framework &amp; MCP platform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hrs full ($93k @ $62/hr)  ·  950–1,250 lean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13232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Gateway — Path A managed (APIM / Kong Konnect) or Path B self-hosted Kong OSS; incl. week-1–2 gateway/control-plane decision matrix (Galileo as eval/guardrail candidate)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application layer: base server template, 6 target servers (SAP, JDE, Databricks, FactoryTalk +2) @ 1 wk each, per-server testing/docs, agent tool-call integration, evaluation &amp; UAT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layer: AKS provisioning (4–5 wks), ingress/egress, traffic routing &amp; telemetry, NSG/firewall, CI/CD + IaC, multi-environment promotion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enablement: Entra ID auth on MCP endpoints, target-system enablement (SAP CDS/OData, JDE AIS, Databricks SP/Unity Catalog, FactoryTalk), hardening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 standard: AI Foundry/LangGraph patterns, agent templates, tool registry, memory/state, HITL checkpoints for SAP writes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observability: platform decision + build (Galileo integration vs. native Foundry/MLflow)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= Path A gateway + B/C layers transferred to Ball Corp platform &amp; security teams with named owners.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complete list — A. Application layer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448–536 hrs · 11.2–13.4 wks · $28k–33k @ $62/hr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760720"/>
                <a:gridCol w="10972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base MCP server: Dockerfile, env-variable/config ingestion, schema setup, reusable 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custom MCP target servers (SAP, JDE, Databricks, FactoryTalk + 2) @ 1 wk 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wks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Per-server integration testing + docs: test cases vs. real systems, tool manifests, publishing (8–16 h/server)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1.2–2.4 wks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integration: MCP tool-call mapping, LLM function-calling, execution graphs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evaluation &amp; UAT: tool-selection accuracy, loop/hallucination guards, business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item — FactoryTalk: </a:t>
            </a:r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holds only if an IT-side historian/broker already exposes plant data. Direct OT/plant-network integration crosses the IT/OT boundary and is a separate project with its own security review.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list — B. Infrastructure · C. Security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360–480 hrs ($22k–30k)  ·  C: 104–248 hrs ($6k–15k) @ $62/hr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76072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 cluster deployment &amp; provisioning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160–200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 &amp; egress routing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routing &amp; live telemetry (probes, Prometheus / Managed Grafana)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rules &amp; firewall settings (NSGs, Azure Firewall egress, private endpoints)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+ registry + IaC: ACR, pipelines, Bicep/Terraform for AKS workloads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Multi-environment promotion: dev → test → prod config, secrets, network per env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on MCP endpoints: Entra ID OAuth inbound; workload identity + Key Vault outbound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Target-system enablement: SAP service user + CDS/OData, JDE AIS/Orchestrator, Databricks SP + Unity Catalog grants, FactoryTalk connectivity (+ approval calendar wait)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support &amp; hardening: image scanning, pod security, egress lockdown, pen-test remediation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0.6–1.2 wks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45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Strike-with-owner options: B5/B6 → platform team · C1/C3 → security engineering · C2 → SAP Basis / JDE CNC / Databricks admins. Striking all returns the MCP package to ~640–680 hrs — with ownership made explicit.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WS2 — IDE integrations (SAP · JDE · Databricks)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1,400–2,600 hrs full  ·  900–1,400 lean (pilot cohorts)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132320"/>
                <a:gridCol w="10972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AI standard: evaluate/deploy assistant layer (Copilot / Claude Code / Databricks Assistant / SAP Joule–Build Code), licensing, security review, org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160–280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SAP: ABAP/BTP tooling (VS Code / Eclipse ADT), metadata MCP server (tables, CDS views, BAPIs, transports) grounding the IDE agent; OData/CDS scaffolding + test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400–760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JDE: Orchestrator Studio patterns, AIS REST scaffolding, MCP server exposing JDE object/UDO metadata and orchestration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280–520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Databricks: VS Code extension + Assistant rollout, Unity Catalog schema/lineage grounding so generated code targets correct Gold tables; notebook/DLT/dbt templates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240–420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rollout: pilot cohorts, secure config (no code exfiltration), prompt/usage guidelines, training for 3 developer communities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320–620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= one pilot cohort per stack, org-wide training deferred. Metadata MCP servers built in WS1 are reused here.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WS3 — ERP knowledge base (all modules)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2,400–4,200 hrs full (14 modules)  ·  1,100–1,700 lean (5 modules)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13232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platform foundation: ingestion pipelines (SOPs, functional specs, config docs), chunking/embedding into Databricks Vector Search, refresh automation, module-level access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layer: YAML manifests / metric definitions on Gold tables per module for correct text-to-SQL interpretation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280–520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Per-module curation: SME document collection, glossary + synonyms (SAP T-codes, JDE object names), table/CDS dictionary enrichment, Q&amp;A eval sets — 120–220 h × 14 modules (10 SAP: FI, CO, MM, SD, PP, QM, PM, EWM, IBP, MDG + 4 JDE domains)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1,680–3,080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gates: per-module retrieval accuracy testing and functional-owner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140–220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 is SME availability, not engineering: </a:t>
            </a:r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needs 2–4 hrs/week from a Ball Corp functional expert during its curation window — in US hours, brokered by the onsite lead. Lean Phase-1 set: FI, MM, SD, IBP + one JDE domain.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WS4 — Agentic workflows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hrs full ($124k @ $62/hr, 10 workflows)  ·  800–1,300 lean (4 read-only)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13232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discovery &amp; prioritization with business owners; value/feasibility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per workflow (~165 h avg × 10): agent design, tool wiring, prompts, HITL approval steps, evaluation, UAT — candidates: supply-chain risk, IBP demand vs. actuals, MDM duplicate stewardship, AP invoice exceptions, order-to-cash exceptions, FactoryTalk anomaly triage, procurement recommendations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hardening: monitoring, fallback paths, incident runbooks per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= 4 read-only workflows: </a:t>
            </a:r>
            <a:pPr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deferring SAP write-back defers the heaviest security reviews. At 165 h average per workflow, the mix must stay balanced — write-back workflows run 220–280 h each, so heavy write-back scope displaces simpler workflows within the 2,000-hr cap.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overhead across all workstreams (PM, architecture governance, change management, steering): 12–15% → 900–1,550 hrs full / 450–650 lean.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— 12-month baseline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Discovery-gated; lean tranche first, full scope after gate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965960" cy="2651760"/>
          </a:xfrm>
          <a:prstGeom prst="roundRect">
            <a:avLst>
              <a:gd name="adj" fmla="val 3256"/>
            </a:avLst>
          </a:prstGeom>
          <a:solidFill>
            <a:srgbClr val="F4F7FC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1–2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3504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foundations: gateway/control-plane decision matrix, MCP ADRs (AKS confirmed), landing zone, base MCP template, Phase-0 data-readiness verification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77440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A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83180" y="1325880"/>
            <a:ext cx="1965960" cy="2651760"/>
          </a:xfrm>
          <a:prstGeom prst="roundRect">
            <a:avLst>
              <a:gd name="adj" fmla="val 3256"/>
            </a:avLst>
          </a:prstGeom>
          <a:solidFill>
            <a:srgbClr val="F4F7FC"/>
          </a:solidFill>
          <a:ln/>
        </p:spPr>
      </p:sp>
      <p:sp>
        <p:nvSpPr>
          <p:cNvPr id="11" name="Text 8"/>
          <p:cNvSpPr/>
          <p:nvPr/>
        </p:nvSpPr>
        <p:spPr>
          <a:xfrm>
            <a:off x="2729484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2–5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729484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MCP servers + agent integration; KB foundation + first 2 modules; IDE pilot cohort per stack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03420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A9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09160" y="1325880"/>
            <a:ext cx="1965960" cy="2651760"/>
          </a:xfrm>
          <a:prstGeom prst="roundRect">
            <a:avLst>
              <a:gd name="adj" fmla="val 3256"/>
            </a:avLst>
          </a:prstGeom>
          <a:solidFill>
            <a:srgbClr val="F4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4855464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5–8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855464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 read-only workflows to production; KB modules 3–5; IDE rollout begins; Phase-1 gate review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29400" y="2377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A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835140" y="1325880"/>
            <a:ext cx="1965960" cy="2651760"/>
          </a:xfrm>
          <a:prstGeom prst="roundRect">
            <a:avLst>
              <a:gd name="adj" fmla="val 3256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981444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8–12+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81444" y="178308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scope: KB modules 6–14, workflows 5–10 (incl. write-back with HITL + security reviews), org-wide IDE training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gates: end of Discovery (backlog + firm Phase-1 estimate), first MCP server + agent pair live (~month 3), Phase-1 review (~month 8) releasing the full-scope tranche.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Assumptions, risks &amp; decision gates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70432" y="768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depend 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F4F7F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Phase-0 data readiness (10-wk Gold-layer plan) complete — else add 400–800 hrs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wk/MCP server holds for documented APIs on the shared template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FactoryTalk reached via IT-side broker, not direct OT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landing zone + approvals timely; lean view assumes named Ball Corp owners for B/C layers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available 2–4 hrs/wk per module in US hours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gates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92040" y="178308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approvals (security, network, SAP Basis) burn calendar, not hours — escalate at &gt;2 days/wk waiting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write-back workflows each need HITL design + production security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stall risk if SME context isn't batched through the onsite lead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5 FTE puts full-scope upper bound at ~14 months; add offshore engineers to hold 12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eval-platform decisions (APIM/Kong · Galileo vs. native) are week-1–2 gates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estimate (±30–50%) → converts to budgetary (±20–30%) after the 2–3 week Discovery produces the story-level backlog.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$620k  ·  10,000 hrs  ·  12 months  ·  5 resources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commitment: </a:t>
            </a:r>
            <a:pPr indent="0" marL="0"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$285k–384k (lean tranche) — gateway + MCP platform, IDE pilots, 5 KB modules, 4 workflows.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Full-scope release: </a:t>
            </a:r>
            <a:pPr indent="0" marL="0">
              <a:buNone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by Discovery backlog and the month-3 first server/agent pair — all 14 ERP modules, 10 workflows, org-wide IDE rollout.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4 offshore @ $40/hr + 1 onsite @ $150/hr · blended $62/hr · ~200 hrs/week capacity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 Corp Enterprise Agentic AI Program — Estimate</dc:title>
  <dc:subject>PptxGenJS Presentation</dc:subject>
  <dc:creator>PptxGenJS</dc:creator>
  <cp:lastModifiedBy>PptxGenJS</cp:lastModifiedBy>
  <cp:revision>1</cp:revision>
  <dcterms:created xsi:type="dcterms:W3CDTF">2026-07-08T15:26:40Z</dcterms:created>
  <dcterms:modified xsi:type="dcterms:W3CDTF">2026-07-08T15:26:40Z</dcterms:modified>
</cp:coreProperties>
</file>